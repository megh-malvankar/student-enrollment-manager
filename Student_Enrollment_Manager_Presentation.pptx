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6" r:id="rId6"/>
    <p:sldId id="257" r:id="rId7"/>
    <p:sldId id="258" r:id="rId8"/>
    <p:sldId id="259" r:id="rId9"/>
    <p:sldId id="260" r:id="rId10"/>
    <p:sldId id="261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3F6A4-0B88-4E7B-812A-FA1EB91EA3B7}" v="69" dt="2026-03-27T12:18:22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 Malvankar" userId="c4f20e5b56fb5963" providerId="LiveId" clId="{3A52CEB0-9DF3-4DBF-A89C-77B2345323EF}"/>
    <pc:docChg chg="undo custSel addSld modSld sldOrd">
      <pc:chgData name="Megh Malvankar" userId="c4f20e5b56fb5963" providerId="LiveId" clId="{3A52CEB0-9DF3-4DBF-A89C-77B2345323EF}" dt="2026-03-27T12:19:14.375" v="452" actId="1076"/>
      <pc:docMkLst>
        <pc:docMk/>
      </pc:docMkLst>
      <pc:sldChg chg="addSp delSp modSp mod setBg">
        <pc:chgData name="Megh Malvankar" userId="c4f20e5b56fb5963" providerId="LiveId" clId="{3A52CEB0-9DF3-4DBF-A89C-77B2345323EF}" dt="2026-03-27T12:19:14.375" v="452" actId="1076"/>
        <pc:sldMkLst>
          <pc:docMk/>
          <pc:sldMk cId="0" sldId="256"/>
        </pc:sldMkLst>
        <pc:spChg chg="mod">
          <ac:chgData name="Megh Malvankar" userId="c4f20e5b56fb5963" providerId="LiveId" clId="{3A52CEB0-9DF3-4DBF-A89C-77B2345323EF}" dt="2026-03-24T14:19:24.121" v="428" actId="113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3-27T12:19:14.375" v="452" actId="1076"/>
          <ac:spMkLst>
            <pc:docMk/>
            <pc:sldMk cId="0" sldId="256"/>
            <ac:spMk id="3" creationId="{13E76EF2-AFA0-D7A9-CCA2-C1DEADFB94FD}"/>
          </ac:spMkLst>
        </pc:spChg>
        <pc:spChg chg="add mod">
          <ac:chgData name="Megh Malvankar" userId="c4f20e5b56fb5963" providerId="LiveId" clId="{3A52CEB0-9DF3-4DBF-A89C-77B2345323EF}" dt="2026-03-27T12:18:40.259" v="450" actId="255"/>
          <ac:spMkLst>
            <pc:docMk/>
            <pc:sldMk cId="0" sldId="256"/>
            <ac:spMk id="6" creationId="{999AAE87-5671-F614-AE9A-B309BED37277}"/>
          </ac:spMkLst>
        </pc:spChg>
      </pc:sldChg>
      <pc:sldChg chg="addSp delSp modSp mod setBg">
        <pc:chgData name="Megh Malvankar" userId="c4f20e5b56fb5963" providerId="LiveId" clId="{3A52CEB0-9DF3-4DBF-A89C-77B2345323EF}" dt="2026-03-24T14:03:02.676" v="326"/>
        <pc:sldMkLst>
          <pc:docMk/>
          <pc:sldMk cId="0" sldId="257"/>
        </pc:sldMkLst>
        <pc:spChg chg="mod">
          <ac:chgData name="Megh Malvankar" userId="c4f20e5b56fb5963" providerId="LiveId" clId="{3A52CEB0-9DF3-4DBF-A89C-77B2345323EF}" dt="2026-03-24T13:43:27.314" v="165" actId="113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3-24T13:58:27.953" v="293" actId="12"/>
          <ac:spMkLst>
            <pc:docMk/>
            <pc:sldMk cId="0" sldId="257"/>
            <ac:spMk id="4" creationId="{22939E5A-E6B2-3799-C2BD-F60CCADB576D}"/>
          </ac:spMkLst>
        </pc:spChg>
      </pc:sldChg>
      <pc:sldChg chg="addSp delSp modSp mod setBg">
        <pc:chgData name="Megh Malvankar" userId="c4f20e5b56fb5963" providerId="LiveId" clId="{3A52CEB0-9DF3-4DBF-A89C-77B2345323EF}" dt="2026-03-24T14:02:58.269" v="325"/>
        <pc:sldMkLst>
          <pc:docMk/>
          <pc:sldMk cId="0" sldId="258"/>
        </pc:sldMkLst>
        <pc:spChg chg="mod">
          <ac:chgData name="Megh Malvankar" userId="c4f20e5b56fb5963" providerId="LiveId" clId="{3A52CEB0-9DF3-4DBF-A89C-77B2345323EF}" dt="2026-03-24T13:43:33.759" v="168" actId="113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3-24T13:59:48.620" v="315" actId="1076"/>
          <ac:spMkLst>
            <pc:docMk/>
            <pc:sldMk cId="0" sldId="258"/>
            <ac:spMk id="4" creationId="{C182C13E-F469-01AB-750E-73D90B1751AE}"/>
          </ac:spMkLst>
        </pc:spChg>
      </pc:sldChg>
      <pc:sldChg chg="addSp delSp modSp mod setBg">
        <pc:chgData name="Megh Malvankar" userId="c4f20e5b56fb5963" providerId="LiveId" clId="{3A52CEB0-9DF3-4DBF-A89C-77B2345323EF}" dt="2026-03-24T14:03:08.240" v="327"/>
        <pc:sldMkLst>
          <pc:docMk/>
          <pc:sldMk cId="0" sldId="259"/>
        </pc:sldMkLst>
        <pc:spChg chg="mod">
          <ac:chgData name="Megh Malvankar" userId="c4f20e5b56fb5963" providerId="LiveId" clId="{3A52CEB0-9DF3-4DBF-A89C-77B2345323EF}" dt="2026-03-24T13:43:38.322" v="169" actId="113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3-24T13:58:53.206" v="303" actId="5793"/>
          <ac:spMkLst>
            <pc:docMk/>
            <pc:sldMk cId="0" sldId="259"/>
            <ac:spMk id="4" creationId="{998BEB86-CCE0-53D3-A832-E64A2C9C8285}"/>
          </ac:spMkLst>
        </pc:spChg>
      </pc:sldChg>
      <pc:sldChg chg="addSp delSp modSp mod setBg">
        <pc:chgData name="Megh Malvankar" userId="c4f20e5b56fb5963" providerId="LiveId" clId="{3A52CEB0-9DF3-4DBF-A89C-77B2345323EF}" dt="2026-03-24T14:03:12.297" v="328"/>
        <pc:sldMkLst>
          <pc:docMk/>
          <pc:sldMk cId="0" sldId="260"/>
        </pc:sldMkLst>
        <pc:spChg chg="mod">
          <ac:chgData name="Megh Malvankar" userId="c4f20e5b56fb5963" providerId="LiveId" clId="{3A52CEB0-9DF3-4DBF-A89C-77B2345323EF}" dt="2026-03-24T13:40:42.829" v="125" actId="27636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3-24T13:59:35.310" v="313" actId="1076"/>
          <ac:spMkLst>
            <pc:docMk/>
            <pc:sldMk cId="0" sldId="260"/>
            <ac:spMk id="4" creationId="{882A8C37-4ABC-66D7-A5C5-0671D000C048}"/>
          </ac:spMkLst>
        </pc:spChg>
      </pc:sldChg>
      <pc:sldChg chg="addSp delSp modSp mod setBg">
        <pc:chgData name="Megh Malvankar" userId="c4f20e5b56fb5963" providerId="LiveId" clId="{3A52CEB0-9DF3-4DBF-A89C-77B2345323EF}" dt="2026-03-24T14:03:16.374" v="329"/>
        <pc:sldMkLst>
          <pc:docMk/>
          <pc:sldMk cId="0" sldId="261"/>
        </pc:sldMkLst>
        <pc:spChg chg="mod">
          <ac:chgData name="Megh Malvankar" userId="c4f20e5b56fb5963" providerId="LiveId" clId="{3A52CEB0-9DF3-4DBF-A89C-77B2345323EF}" dt="2026-03-24T13:43:44.071" v="170" actId="113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3-24T13:59:08.078" v="309" actId="12"/>
          <ac:spMkLst>
            <pc:docMk/>
            <pc:sldMk cId="0" sldId="261"/>
            <ac:spMk id="4" creationId="{06E7DA24-128F-292E-C3B1-98A35828C467}"/>
          </ac:spMkLst>
        </pc:spChg>
      </pc:sldChg>
      <pc:sldChg chg="addSp delSp modSp new mod setBg">
        <pc:chgData name="Megh Malvankar" userId="c4f20e5b56fb5963" providerId="LiveId" clId="{3A52CEB0-9DF3-4DBF-A89C-77B2345323EF}" dt="2026-03-24T14:18:04.974" v="420" actId="255"/>
        <pc:sldMkLst>
          <pc:docMk/>
          <pc:sldMk cId="972854142" sldId="262"/>
        </pc:sldMkLst>
        <pc:spChg chg="mod">
          <ac:chgData name="Megh Malvankar" userId="c4f20e5b56fb5963" providerId="LiveId" clId="{3A52CEB0-9DF3-4DBF-A89C-77B2345323EF}" dt="2026-03-24T14:18:04.974" v="420" actId="255"/>
          <ac:spMkLst>
            <pc:docMk/>
            <pc:sldMk cId="972854142" sldId="262"/>
            <ac:spMk id="2" creationId="{8DBB2B9F-13B5-B016-60E9-57C8F1B1E732}"/>
          </ac:spMkLst>
        </pc:spChg>
        <pc:spChg chg="add mod">
          <ac:chgData name="Megh Malvankar" userId="c4f20e5b56fb5963" providerId="LiveId" clId="{3A52CEB0-9DF3-4DBF-A89C-77B2345323EF}" dt="2026-03-24T14:15:37.183" v="400" actId="5793"/>
          <ac:spMkLst>
            <pc:docMk/>
            <pc:sldMk cId="972854142" sldId="262"/>
            <ac:spMk id="4" creationId="{5240C426-E522-CE5F-CE36-DDCE8F4C0865}"/>
          </ac:spMkLst>
        </pc:spChg>
      </pc:sldChg>
      <pc:sldChg chg="addSp delSp modSp new mod setBg">
        <pc:chgData name="Megh Malvankar" userId="c4f20e5b56fb5963" providerId="LiveId" clId="{3A52CEB0-9DF3-4DBF-A89C-77B2345323EF}" dt="2026-03-24T14:18:18.623" v="422" actId="255"/>
        <pc:sldMkLst>
          <pc:docMk/>
          <pc:sldMk cId="220423590" sldId="263"/>
        </pc:sldMkLst>
        <pc:spChg chg="mod">
          <ac:chgData name="Megh Malvankar" userId="c4f20e5b56fb5963" providerId="LiveId" clId="{3A52CEB0-9DF3-4DBF-A89C-77B2345323EF}" dt="2026-03-24T14:18:18.623" v="422" actId="255"/>
          <ac:spMkLst>
            <pc:docMk/>
            <pc:sldMk cId="220423590" sldId="263"/>
            <ac:spMk id="2" creationId="{9D2DD914-31FD-0A6E-E4D7-C10E238BF1A2}"/>
          </ac:spMkLst>
        </pc:spChg>
        <pc:spChg chg="add mod">
          <ac:chgData name="Megh Malvankar" userId="c4f20e5b56fb5963" providerId="LiveId" clId="{3A52CEB0-9DF3-4DBF-A89C-77B2345323EF}" dt="2026-03-24T14:17:39.397" v="418" actId="1076"/>
          <ac:spMkLst>
            <pc:docMk/>
            <pc:sldMk cId="220423590" sldId="263"/>
            <ac:spMk id="4" creationId="{4CA380E1-C18A-D2BC-BBDF-14F8975C8E57}"/>
          </ac:spMkLst>
        </pc:spChg>
      </pc:sldChg>
      <pc:sldChg chg="addSp delSp modSp new mod setBg">
        <pc:chgData name="Megh Malvankar" userId="c4f20e5b56fb5963" providerId="LiveId" clId="{3A52CEB0-9DF3-4DBF-A89C-77B2345323EF}" dt="2026-03-24T14:18:28.337" v="424" actId="113"/>
        <pc:sldMkLst>
          <pc:docMk/>
          <pc:sldMk cId="1949993805" sldId="264"/>
        </pc:sldMkLst>
        <pc:spChg chg="mod">
          <ac:chgData name="Megh Malvankar" userId="c4f20e5b56fb5963" providerId="LiveId" clId="{3A52CEB0-9DF3-4DBF-A89C-77B2345323EF}" dt="2026-03-24T14:18:28.337" v="424" actId="113"/>
          <ac:spMkLst>
            <pc:docMk/>
            <pc:sldMk cId="1949993805" sldId="264"/>
            <ac:spMk id="2" creationId="{901B7AA6-7783-B87E-66A7-AE3204B6AE2C}"/>
          </ac:spMkLst>
        </pc:spChg>
        <pc:spChg chg="add mod">
          <ac:chgData name="Megh Malvankar" userId="c4f20e5b56fb5963" providerId="LiveId" clId="{3A52CEB0-9DF3-4DBF-A89C-77B2345323EF}" dt="2026-03-24T13:58:14.840" v="290" actId="12"/>
          <ac:spMkLst>
            <pc:docMk/>
            <pc:sldMk cId="1949993805" sldId="264"/>
            <ac:spMk id="4" creationId="{90405BC0-3D6A-BCD8-E280-34A40DC6A0DE}"/>
          </ac:spMkLst>
        </pc:spChg>
      </pc:sldChg>
      <pc:sldChg chg="addSp delSp modSp new mod ord setBg">
        <pc:chgData name="Megh Malvankar" userId="c4f20e5b56fb5963" providerId="LiveId" clId="{3A52CEB0-9DF3-4DBF-A89C-77B2345323EF}" dt="2026-03-24T14:18:54.991" v="427" actId="5793"/>
        <pc:sldMkLst>
          <pc:docMk/>
          <pc:sldMk cId="1765956836" sldId="265"/>
        </pc:sldMkLst>
        <pc:spChg chg="mod">
          <ac:chgData name="Megh Malvankar" userId="c4f20e5b56fb5963" providerId="LiveId" clId="{3A52CEB0-9DF3-4DBF-A89C-77B2345323EF}" dt="2026-03-24T14:18:49.250" v="426" actId="113"/>
          <ac:spMkLst>
            <pc:docMk/>
            <pc:sldMk cId="1765956836" sldId="265"/>
            <ac:spMk id="2" creationId="{7418F963-1751-1D93-E8B7-AE56723E8BF0}"/>
          </ac:spMkLst>
        </pc:spChg>
        <pc:spChg chg="add mod">
          <ac:chgData name="Megh Malvankar" userId="c4f20e5b56fb5963" providerId="LiveId" clId="{3A52CEB0-9DF3-4DBF-A89C-77B2345323EF}" dt="2026-03-24T14:18:54.991" v="427" actId="5793"/>
          <ac:spMkLst>
            <pc:docMk/>
            <pc:sldMk cId="1765956836" sldId="265"/>
            <ac:spMk id="4" creationId="{1551DC55-2112-087E-E6F1-5496F25295F4}"/>
          </ac:spMkLst>
        </pc:spChg>
      </pc:sldChg>
      <pc:sldChg chg="modSp new mod setBg">
        <pc:chgData name="Megh Malvankar" userId="c4f20e5b56fb5963" providerId="LiveId" clId="{3A52CEB0-9DF3-4DBF-A89C-77B2345323EF}" dt="2026-03-24T14:23:40.508" v="437" actId="113"/>
        <pc:sldMkLst>
          <pc:docMk/>
          <pc:sldMk cId="1424389095" sldId="266"/>
        </pc:sldMkLst>
        <pc:spChg chg="mod">
          <ac:chgData name="Megh Malvankar" userId="c4f20e5b56fb5963" providerId="LiveId" clId="{3A52CEB0-9DF3-4DBF-A89C-77B2345323EF}" dt="2026-03-24T13:57:32.988" v="283" actId="20577"/>
          <ac:spMkLst>
            <pc:docMk/>
            <pc:sldMk cId="1424389095" sldId="266"/>
            <ac:spMk id="2" creationId="{110316D4-902B-EBF6-B675-A324D6CCB770}"/>
          </ac:spMkLst>
        </pc:spChg>
        <pc:spChg chg="mod">
          <ac:chgData name="Megh Malvankar" userId="c4f20e5b56fb5963" providerId="LiveId" clId="{3A52CEB0-9DF3-4DBF-A89C-77B2345323EF}" dt="2026-03-24T14:23:40.508" v="437" actId="113"/>
          <ac:spMkLst>
            <pc:docMk/>
            <pc:sldMk cId="1424389095" sldId="266"/>
            <ac:spMk id="3" creationId="{E0B62519-7D95-8E27-73F5-F6C57CCD7D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Student Enrollment Manager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AAE87-5671-F614-AE9A-B309BED37277}"/>
              </a:ext>
            </a:extLst>
          </p:cNvPr>
          <p:cNvSpPr txBox="1"/>
          <p:nvPr/>
        </p:nvSpPr>
        <p:spPr>
          <a:xfrm>
            <a:off x="4364736" y="4291555"/>
            <a:ext cx="457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Name : Megh Harshad Malvankar.</a:t>
            </a:r>
          </a:p>
          <a:p>
            <a:r>
              <a:rPr lang="en-IN" sz="2400" b="1" dirty="0" err="1"/>
              <a:t>Enrollment</a:t>
            </a:r>
            <a:r>
              <a:rPr lang="en-IN" sz="2400" b="1" dirty="0"/>
              <a:t> No : EN12026093826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76EF2-AFA0-D7A9-CCA2-C1DEADFB94FD}"/>
              </a:ext>
            </a:extLst>
          </p:cNvPr>
          <p:cNvSpPr txBox="1"/>
          <p:nvPr/>
        </p:nvSpPr>
        <p:spPr>
          <a:xfrm>
            <a:off x="463296" y="4303747"/>
            <a:ext cx="390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Mentor : Mr. Ashish Rajput.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2B9F-13B5-B016-60E9-57C8F1B1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40C426-E522-CE5F-CE36-DDCE8F4C08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77996"/>
            <a:ext cx="8229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Enrollment Manager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Python-based application designed to efficiently store and manage student enrollment data.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provides a structured way to handle student information such as ID, name, qualification, and enrolled program.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reduces manual effort and minimizes errors by automating data storage, retrieval, and updates.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also demonstrates the practical use of programming concepts like data structures, file handling, and basic data analysis in real-world scenarios. </a:t>
            </a:r>
          </a:p>
        </p:txBody>
      </p:sp>
    </p:spTree>
    <p:extLst>
      <p:ext uri="{BB962C8B-B14F-4D97-AF65-F5344CB8AC3E}">
        <p14:creationId xmlns:p14="http://schemas.microsoft.com/office/powerpoint/2010/main" val="97285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D914-31FD-0A6E-E4D7-C10E238BF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A380E1-C18A-D2BC-BBDF-14F8975C8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6201"/>
            <a:ext cx="812641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Enrollment Manager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Python-based system that helps in organizing and maintaining student records in a structured format.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users to perform operations such as adding, viewing, updating, and deleting student information efficiently.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data structures like dictionaries and tools like Pandas to manage and export data into Excel files.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demonstrates how automation and programming can simplify administrative tasks and improve data handling accuracy. </a:t>
            </a:r>
          </a:p>
        </p:txBody>
      </p:sp>
    </p:spTree>
    <p:extLst>
      <p:ext uri="{BB962C8B-B14F-4D97-AF65-F5344CB8AC3E}">
        <p14:creationId xmlns:p14="http://schemas.microsoft.com/office/powerpoint/2010/main" val="220423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7AA6-7783-B87E-66A7-AE3204B6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405BC0-3D6A-BCD8-E280-34A40DC6A0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34383"/>
            <a:ext cx="8229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Managing student enrollment data manually leads to issues like data duplication, errors, and difficulty in accessing records.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a proper system, institutions face challenges in organizing large amounts of student information efficiently.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need for a simple and automated solution that ensures accurate data storage and easy retrieval.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project aims to solve these problems by developing a structured and user-friendly enrollment management system. </a:t>
            </a:r>
          </a:p>
        </p:txBody>
      </p:sp>
    </p:spTree>
    <p:extLst>
      <p:ext uri="{BB962C8B-B14F-4D97-AF65-F5344CB8AC3E}">
        <p14:creationId xmlns:p14="http://schemas.microsoft.com/office/powerpoint/2010/main" val="194999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16D4-902B-EBF6-B675-A324D6CC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62519-7D95-8E27-73F5-F6C57CCD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Objective 1: Develop Menu-Driven </a:t>
            </a:r>
            <a:r>
              <a:rPr lang="en-IN" sz="2000" b="1" dirty="0" err="1"/>
              <a:t>Enrollment</a:t>
            </a:r>
            <a:r>
              <a:rPr lang="en-IN" sz="2000" b="1" dirty="0"/>
              <a:t> System</a:t>
            </a:r>
          </a:p>
          <a:p>
            <a:endParaRPr lang="en-IN" sz="2000" b="1" dirty="0"/>
          </a:p>
          <a:p>
            <a:r>
              <a:rPr lang="en-US" sz="2000" b="1" dirty="0"/>
              <a:t>Objective 2: Manage Student Data Using Data Structures</a:t>
            </a:r>
          </a:p>
          <a:p>
            <a:endParaRPr lang="en-US" sz="2000" b="1" dirty="0"/>
          </a:p>
          <a:p>
            <a:r>
              <a:rPr lang="en-US" sz="2000" b="1" dirty="0"/>
              <a:t>Objective 3: Implement Validation and Error Handling</a:t>
            </a:r>
          </a:p>
          <a:p>
            <a:endParaRPr lang="en-US" sz="2000" b="1" dirty="0"/>
          </a:p>
          <a:p>
            <a:r>
              <a:rPr lang="en-US" sz="2000" b="1" dirty="0"/>
              <a:t>Objective 4: Perform Data Storage and Analysis</a:t>
            </a:r>
          </a:p>
          <a:p>
            <a:endParaRPr lang="en-US" sz="2000" b="1" dirty="0"/>
          </a:p>
          <a:p>
            <a:r>
              <a:rPr lang="en-US" sz="2000" b="1" dirty="0"/>
              <a:t>Objective 5: Enhance System with Advanced Features</a:t>
            </a:r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24389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Objective 1: Develop Menu-Driven </a:t>
            </a:r>
            <a:r>
              <a:rPr lang="en-IN" b="1" dirty="0" err="1"/>
              <a:t>Enrollment</a:t>
            </a:r>
            <a:r>
              <a:rPr lang="en-IN" b="1" dirty="0"/>
              <a:t> System</a:t>
            </a:r>
            <a:endParaRPr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939E5A-E6B2-3799-C2BD-F60CCADB57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81037"/>
            <a:ext cx="82296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1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user-friendly menu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loop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continuous interaction.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2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if-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elif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-else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user choices.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3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options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Student, View Records, Delete Records, Exit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 2: Manage Student Data Using Data Structures</a:t>
            </a:r>
            <a:endParaRPr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82C13E-F469-01AB-750E-73D90B1751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20365"/>
            <a:ext cx="840166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1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student data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dictionaries and nested dictionaries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2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student IDs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avoid duplicate entries.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3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 and display student data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 and indexing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 3: Implement Validation and Error Handling</a:t>
            </a:r>
            <a:endParaRPr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8BEB86-CCE0-53D3-A832-E64A2C9C82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71204"/>
            <a:ext cx="82296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1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 input fields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ID, name, and qualification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2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try-except blocks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invalid inputs (e.g., incorrect data types).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3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 duplicate entries by checking existing records.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 4: Perform Data Storage and Analysis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2A8C37-4ABC-66D7-A5C5-0671D000C0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30198"/>
            <a:ext cx="83820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1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 student data into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Export data to Excel file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students_data.xlsx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persistence.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3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functions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data (e.g., count students per program).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 5: Enhance System with Advanced Features</a:t>
            </a:r>
            <a:endParaRPr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E7DA24-128F-292E-C3B1-98A35828C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25472"/>
            <a:ext cx="8229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1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 Programming (OOP)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classes and methods.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2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insights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recommendations.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3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additional features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search, filter, or classification of 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F963-1751-1D93-E8B7-AE56723E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51DC55-2112-087E-E6F1-5496F25295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8693"/>
            <a:ext cx="8229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Enrollment Manager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demonstrates how Python can be used to build a simple yet effective data management system.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improves efficiency by reducing manual work, minimizing errors, and ensuring organized storage of student records.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highlights the use of important concepts like data structures, file handling, and basic data analysis in real-world applications.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can be further enhanced with advanced features such as AI integration, user authentication, and graphical interfaces for better usability. </a:t>
            </a:r>
          </a:p>
        </p:txBody>
      </p:sp>
    </p:spTree>
    <p:extLst>
      <p:ext uri="{BB962C8B-B14F-4D97-AF65-F5344CB8AC3E}">
        <p14:creationId xmlns:p14="http://schemas.microsoft.com/office/powerpoint/2010/main" val="176595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670</Words>
  <Application>Microsoft Office PowerPoint</Application>
  <PresentationFormat>On-screen Show (4:3)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Student Enrollment Manager</vt:lpstr>
      <vt:lpstr>Introduction</vt:lpstr>
      <vt:lpstr>Project Overview</vt:lpstr>
      <vt:lpstr>Problem Statement</vt:lpstr>
      <vt:lpstr>Project Objectives</vt:lpstr>
      <vt:lpstr>Objective 1: Develop Menu-Driven Enrollment System</vt:lpstr>
      <vt:lpstr>Objective 2: Manage Student Data Using Data Structures</vt:lpstr>
      <vt:lpstr>Objective 3: Implement Validation and Error Handling</vt:lpstr>
      <vt:lpstr>Objective 4: Perform Data Storage and Analysis</vt:lpstr>
      <vt:lpstr>Objective 5: Enhance System with Advanced Features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Megh Malvankar</cp:lastModifiedBy>
  <cp:revision>1</cp:revision>
  <dcterms:created xsi:type="dcterms:W3CDTF">2013-01-27T09:14:16Z</dcterms:created>
  <dcterms:modified xsi:type="dcterms:W3CDTF">2026-03-27T12:19:23Z</dcterms:modified>
  <cp:category/>
</cp:coreProperties>
</file>